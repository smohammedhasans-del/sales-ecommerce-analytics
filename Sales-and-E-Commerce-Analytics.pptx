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6268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Sales &amp; E-Commerce Analytics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56706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Analytics Project Report — analyzing sales performance, profitability, product categories, regional distribution, and customer payment preferences across 12K orders.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453482"/>
            <a:ext cx="1116360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6" name="Text 3"/>
          <p:cNvSpPr/>
          <p:nvPr/>
        </p:nvSpPr>
        <p:spPr>
          <a:xfrm>
            <a:off x="613321" y="3498354"/>
            <a:ext cx="1394073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MICROSOFT EXCEL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14723" y="3453482"/>
            <a:ext cx="381000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8" name="Text 5"/>
          <p:cNvSpPr/>
          <p:nvPr/>
        </p:nvSpPr>
        <p:spPr>
          <a:xfrm>
            <a:off x="1804467" y="3498354"/>
            <a:ext cx="658713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70509" y="3453482"/>
            <a:ext cx="676945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10" name="Text 7"/>
          <p:cNvSpPr/>
          <p:nvPr/>
        </p:nvSpPr>
        <p:spPr>
          <a:xfrm>
            <a:off x="2260253" y="3498354"/>
            <a:ext cx="95465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22240" y="3453482"/>
            <a:ext cx="378768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12" name="Text 9"/>
          <p:cNvSpPr/>
          <p:nvPr/>
        </p:nvSpPr>
        <p:spPr>
          <a:xfrm>
            <a:off x="3011984" y="3498354"/>
            <a:ext cx="656481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1420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2821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355.65M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008882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84860" y="132821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66.54M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3284860" y="2008882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6143" y="132821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48K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6046143" y="2008882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04181" y="260285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12K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1904181" y="3283521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5464" y="260285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23%</a:t>
            </a:r>
            <a:endParaRPr lang="en-US" sz="3850" dirty="0"/>
          </a:p>
        </p:txBody>
      </p:sp>
      <p:sp>
        <p:nvSpPr>
          <p:cNvPr id="12" name="Text 10"/>
          <p:cNvSpPr/>
          <p:nvPr/>
        </p:nvSpPr>
        <p:spPr>
          <a:xfrm>
            <a:off x="4665464" y="3283521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Profit Margin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3577" y="3671739"/>
            <a:ext cx="8096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reveals strong business health — 355.65M in sales and 66.54M in profit across 12K orders.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Cash on Delivery dominates at 43.74%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payment share, with UPI (20.61%), Debit Card (13.10%), Credit Card (12.04%), and EMI (10.51%) completing the mix. Consistent monthly sales, diversified category contributions, and visible regional distribution support data-driven decisions in inventory, marketing, and operations.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8356"/>
            <a:ext cx="8096845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Overview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937394"/>
            <a:ext cx="5171108" cy="2930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683" y="1993106"/>
            <a:ext cx="2663428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Analytics Workflow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961683" y="2228478"/>
            <a:ext cx="2663428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structured pipeline converts raw e-commerce transaction data into meaningful insights across five stages: data preparation, modeling, metric calculation, visualization, and interpretation.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23577" y="4041502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23577" y="4209976"/>
            <a:ext cx="2647429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8" name="Text 5"/>
          <p:cNvSpPr/>
          <p:nvPr/>
        </p:nvSpPr>
        <p:spPr>
          <a:xfrm>
            <a:off x="523577" y="4292278"/>
            <a:ext cx="264742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Excel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23577" y="4496767"/>
            <a:ext cx="264742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 &amp; preparation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48248" y="4041502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8248" y="4209976"/>
            <a:ext cx="2647429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2" name="Text 9"/>
          <p:cNvSpPr/>
          <p:nvPr/>
        </p:nvSpPr>
        <p:spPr>
          <a:xfrm>
            <a:off x="3248248" y="4292278"/>
            <a:ext cx="2647429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48248" y="4496767"/>
            <a:ext cx="264742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Extraction &amp; aggregation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972919" y="4041502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72919" y="4209976"/>
            <a:ext cx="2647504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6" name="Text 13"/>
          <p:cNvSpPr/>
          <p:nvPr/>
        </p:nvSpPr>
        <p:spPr>
          <a:xfrm>
            <a:off x="5972919" y="4292278"/>
            <a:ext cx="2647504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+ DAX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72919" y="4496767"/>
            <a:ext cx="2647504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 &amp; BI reporting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1616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Challenges Addressed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55390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centralized analytics, e-commerce businesses struggle to track performance and identify where improvements are needed.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102421"/>
            <a:ext cx="3973637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673150" y="2251993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Sales Visibility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50" y="2561704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monthly trends to identify stable, growing, or declining revenue.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46786" y="2102421"/>
            <a:ext cx="3973637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4796358" y="2251993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Profitability Control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96358" y="2561704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 profit and margin — 66.54M profit at 23% margin confirms business success.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3577" y="3339629"/>
            <a:ext cx="3973637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673150" y="3489201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Evaluation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3150" y="3798912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high-performing categories to improve assortment and procurement.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46786" y="3339629"/>
            <a:ext cx="3973637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4" name="Text 12"/>
          <p:cNvSpPr/>
          <p:nvPr/>
        </p:nvSpPr>
        <p:spPr>
          <a:xfrm>
            <a:off x="4796358" y="3489201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Behavior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96358" y="3798912"/>
            <a:ext cx="36744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 at 43.74% creates operational needs around cash collection and delivery reconciliation.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2612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4006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 &amp; Analytical Goals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809601"/>
            <a:ext cx="3865959" cy="1937296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overall sales performance and business scale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profitability through total profit and margin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high-performing product categories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 top 10 products by sales value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monthly sales trends for performance monitoring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 payment mode share across COD, UPI, cards, and EMI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144006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1809601"/>
            <a:ext cx="3865959" cy="2655466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revenue visibility through centralized KPI monitoring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inventory planning using category-level insights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payment strategy by analyzing customer preferences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regional growth planning through geographic analysis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Increase profitability by focusing on high-margin products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 management reporting through interactive visuals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 &amp; Preparation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425750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It Matters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573089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 in Excel ensured accurate KPIs, reliable visuals, and meaningful insights. Without proper preparation, dashboards can display misleading values, duplicated metrics, or fragmented categories.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7994" y="2794620"/>
            <a:ext cx="3957191" cy="194370"/>
          </a:xfrm>
          <a:prstGeom prst="roundRect">
            <a:avLst>
              <a:gd name="adj" fmla="val 5773"/>
            </a:avLst>
          </a:prstGeom>
          <a:solidFill>
            <a:srgbClr val="E2EC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780" y="2851845"/>
            <a:ext cx="93464" cy="747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11030" y="2846933"/>
            <a:ext cx="4096569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data is the foundation — every dashboard metric depends on it.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53120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Excel &amp; SQL Analysis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1217488"/>
            <a:ext cx="4667845" cy="16045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97400" y="1386111"/>
            <a:ext cx="42544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Excel Pivot Analysis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97400" y="1695822"/>
            <a:ext cx="4254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Pivot tables validated sales by category, region, and payment mode. Pivot charts confirmed monthly trends. Key metrics — 355.65M sales, 66.54M profit, 23% margin, 29,637.50 avg order value — were verified before Power BI.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971577"/>
            <a:ext cx="4667845" cy="16188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97400" y="3140199"/>
            <a:ext cx="42544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Aggregation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97400" y="3449910"/>
            <a:ext cx="4254401" cy="97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Queries used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 DISTINCT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calculate KPIs, category sales, regional performance, payment share, and top 10 products. SQL outputs validated all Power BI dashboard figures.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470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62745"/>
            <a:ext cx="5159127" cy="2923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3932" y="1055861"/>
            <a:ext cx="264117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Components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474" y="1349462"/>
            <a:ext cx="182314" cy="182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8922" y="1345704"/>
            <a:ext cx="224618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78922" y="1623194"/>
            <a:ext cx="2246188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Sales, Profit, Quantity, Orders, Margin, Avg Order Value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9474" y="2177021"/>
            <a:ext cx="182314" cy="182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78922" y="2173263"/>
            <a:ext cx="224618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Monthly Trend Chart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378922" y="2450753"/>
            <a:ext cx="22461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revenue consistency and seasonality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9474" y="2828292"/>
            <a:ext cx="182314" cy="1823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78922" y="2824535"/>
            <a:ext cx="224618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&amp; Regional Charts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378922" y="3102025"/>
            <a:ext cx="22461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sales and profit by dimension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9474" y="3479564"/>
            <a:ext cx="182314" cy="1823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78922" y="3475806"/>
            <a:ext cx="224618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Mode Pie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378922" y="3753296"/>
            <a:ext cx="22461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 43.74%, UPI 20.61%, Cards, EMI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9474" y="4130836"/>
            <a:ext cx="182314" cy="18231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378922" y="4127078"/>
            <a:ext cx="224618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10 Products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378922" y="4404568"/>
            <a:ext cx="224618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Horizontal bar chart ranking bestsellers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9917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Business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38399"/>
            <a:ext cx="828898" cy="512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537668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Stable Monthly Sales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847380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 performance supports reliable forecasting and inventory planning.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1838399"/>
            <a:ext cx="828898" cy="512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94521" y="2537668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Diversified Categories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94521" y="2847380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categories contribute to revenue, reducing single-category dependency.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1838399"/>
            <a:ext cx="828898" cy="512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5464" y="2537668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Regional Distribution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5464" y="2847380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Geographic analysis identifies strong markets and expansion opportunities.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1838399"/>
            <a:ext cx="828898" cy="5122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36407" y="2537668"/>
            <a:ext cx="18840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 Dominance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36407" y="2847380"/>
            <a:ext cx="188401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 at 43.74% requires strong delivery and cash handling. UPI at 20.61% shows growing digital adoption.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6942"/>
            <a:ext cx="4667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Recommendations &amp; Conclusion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952577" y="910084"/>
            <a:ext cx="4667845" cy="642045"/>
          </a:xfrm>
          <a:prstGeom prst="roundRect">
            <a:avLst>
              <a:gd name="adj" fmla="val 2785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4071789" y="1029295"/>
            <a:ext cx="4429423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071789" y="1261616"/>
            <a:ext cx="442942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Strengthen COD infrastructure; incentivize UPI and EMI to reduce cash dependency.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52577" y="1647081"/>
            <a:ext cx="4667845" cy="813346"/>
          </a:xfrm>
          <a:prstGeom prst="roundRect">
            <a:avLst>
              <a:gd name="adj" fmla="val 2199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4071789" y="1766292"/>
            <a:ext cx="4429423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Regional Growth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71789" y="1998613"/>
            <a:ext cx="442942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 in high-performing regions; develop targeted campaigns for underperforming areas.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52577" y="2555379"/>
            <a:ext cx="4667845" cy="642045"/>
          </a:xfrm>
          <a:prstGeom prst="roundRect">
            <a:avLst>
              <a:gd name="adj" fmla="val 2785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4071789" y="2674590"/>
            <a:ext cx="4429423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Prioritization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71789" y="2906911"/>
            <a:ext cx="442942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 optimal inventory for top 10 products; review low-performers for repositioning.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52577" y="3292376"/>
            <a:ext cx="4667845" cy="813346"/>
          </a:xfrm>
          <a:prstGeom prst="roundRect">
            <a:avLst>
              <a:gd name="adj" fmla="val 2199"/>
            </a:avLst>
          </a:prstGeom>
          <a:solidFill>
            <a:srgbClr val="F3E7D4"/>
          </a:solidFill>
          <a:ln/>
        </p:spPr>
      </p:sp>
      <p:sp>
        <p:nvSpPr>
          <p:cNvPr id="14" name="Text 11"/>
          <p:cNvSpPr/>
          <p:nvPr/>
        </p:nvSpPr>
        <p:spPr>
          <a:xfrm>
            <a:off x="4071789" y="3411587"/>
            <a:ext cx="4429423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Margin Protection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71789" y="3643908"/>
            <a:ext cx="442942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high-margin categories; monitor category-level profit to guide pricing and promotions.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52577" y="4212580"/>
            <a:ext cx="4667845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project demonstrates how raw e-commerce data transforms into actionable intelligence — supporting strategic decisions in sales, operations, finance, and marketing across a competitive landscape.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2026-08-12T10:16:04Z</dcterms:created>
  <dcterms:modified xsi:type="dcterms:W3CDTF">2026-08-12T10:16:04Z</dcterms:modified>
</cp:coreProperties>
</file>